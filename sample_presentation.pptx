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Strategic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Innovation &amp; Autonomous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Touchless Gesture Controls</a:t>
            </a:r>
          </a:p>
          <a:p>
            <a:r>
              <a:t>Eye Tracking with MediaPipe Iris</a:t>
            </a:r>
          </a:p>
          <a:p>
            <a:r>
              <a:t>Ultra-low Latency Local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